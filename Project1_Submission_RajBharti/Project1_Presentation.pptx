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0DFB52D-AC6C-428E-A94A-945D8CFE5A8B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5C3F3E-2FE6-4CD6-B25F-D307636D92E4}" v="32" dt="2026-01-11T13:35:38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 Kumar Bharti" userId="01f7c7edd6ccd627" providerId="LiveId" clId="{5EF2139D-7879-418F-AC15-C0CB26F34488}"/>
    <pc:docChg chg="undo custSel modSld addSection delSection">
      <pc:chgData name="Raj Kumar Bharti" userId="01f7c7edd6ccd627" providerId="LiveId" clId="{5EF2139D-7879-418F-AC15-C0CB26F34488}" dt="2026-01-11T13:35:38.725" v="260" actId="14100"/>
      <pc:docMkLst>
        <pc:docMk/>
      </pc:docMkLst>
      <pc:sldChg chg="modSp mod">
        <pc:chgData name="Raj Kumar Bharti" userId="01f7c7edd6ccd627" providerId="LiveId" clId="{5EF2139D-7879-418F-AC15-C0CB26F34488}" dt="2026-01-11T13:13:49.785" v="1" actId="20577"/>
        <pc:sldMkLst>
          <pc:docMk/>
          <pc:sldMk cId="2150118133" sldId="256"/>
        </pc:sldMkLst>
        <pc:spChg chg="mod">
          <ac:chgData name="Raj Kumar Bharti" userId="01f7c7edd6ccd627" providerId="LiveId" clId="{5EF2139D-7879-418F-AC15-C0CB26F34488}" dt="2026-01-11T13:13:49.785" v="1" actId="20577"/>
          <ac:spMkLst>
            <pc:docMk/>
            <pc:sldMk cId="2150118133" sldId="256"/>
            <ac:spMk id="2" creationId="{9E04A4A9-0119-FFA5-59A0-05D594323AC8}"/>
          </ac:spMkLst>
        </pc:spChg>
        <pc:spChg chg="mod">
          <ac:chgData name="Raj Kumar Bharti" userId="01f7c7edd6ccd627" providerId="LiveId" clId="{5EF2139D-7879-418F-AC15-C0CB26F34488}" dt="2026-01-11T13:13:05.333" v="0" actId="255"/>
          <ac:spMkLst>
            <pc:docMk/>
            <pc:sldMk cId="2150118133" sldId="256"/>
            <ac:spMk id="3" creationId="{C303CDD9-AFD4-248B-6D8E-5B2FD6C080D3}"/>
          </ac:spMkLst>
        </pc:spChg>
      </pc:sldChg>
      <pc:sldChg chg="addSp modSp mod chgLayout">
        <pc:chgData name="Raj Kumar Bharti" userId="01f7c7edd6ccd627" providerId="LiveId" clId="{5EF2139D-7879-418F-AC15-C0CB26F34488}" dt="2026-01-11T13:35:38.725" v="260" actId="14100"/>
        <pc:sldMkLst>
          <pc:docMk/>
          <pc:sldMk cId="1904666757" sldId="258"/>
        </pc:sldMkLst>
        <pc:spChg chg="mod ord">
          <ac:chgData name="Raj Kumar Bharti" userId="01f7c7edd6ccd627" providerId="LiveId" clId="{5EF2139D-7879-418F-AC15-C0CB26F34488}" dt="2026-01-11T13:24:17.198" v="165" actId="700"/>
          <ac:spMkLst>
            <pc:docMk/>
            <pc:sldMk cId="1904666757" sldId="258"/>
            <ac:spMk id="2" creationId="{71EF68CE-A7C9-6A17-1445-741927E45C5F}"/>
          </ac:spMkLst>
        </pc:spChg>
        <pc:spChg chg="add">
          <ac:chgData name="Raj Kumar Bharti" userId="01f7c7edd6ccd627" providerId="LiveId" clId="{5EF2139D-7879-418F-AC15-C0CB26F34488}" dt="2026-01-11T13:21:16.177" v="35"/>
          <ac:spMkLst>
            <pc:docMk/>
            <pc:sldMk cId="1904666757" sldId="258"/>
            <ac:spMk id="4" creationId="{1F534CFC-F842-69D8-AC4E-5AE25AFCF790}"/>
          </ac:spMkLst>
        </pc:spChg>
        <pc:spChg chg="add">
          <ac:chgData name="Raj Kumar Bharti" userId="01f7c7edd6ccd627" providerId="LiveId" clId="{5EF2139D-7879-418F-AC15-C0CB26F34488}" dt="2026-01-11T13:21:31.834" v="39"/>
          <ac:spMkLst>
            <pc:docMk/>
            <pc:sldMk cId="1904666757" sldId="258"/>
            <ac:spMk id="5" creationId="{08C4F0DB-9177-0C15-54BA-3D1317977480}"/>
          </ac:spMkLst>
        </pc:spChg>
        <pc:spChg chg="mod ord">
          <ac:chgData name="Raj Kumar Bharti" userId="01f7c7edd6ccd627" providerId="LiveId" clId="{5EF2139D-7879-418F-AC15-C0CB26F34488}" dt="2026-01-11T13:30:48.074" v="215" actId="255"/>
          <ac:spMkLst>
            <pc:docMk/>
            <pc:sldMk cId="1904666757" sldId="258"/>
            <ac:spMk id="6" creationId="{1B6E0BCC-35C1-B9D6-D80B-6A6771DBB782}"/>
          </ac:spMkLst>
        </pc:spChg>
        <pc:graphicFrameChg chg="add mod">
          <ac:chgData name="Raj Kumar Bharti" userId="01f7c7edd6ccd627" providerId="LiveId" clId="{5EF2139D-7879-418F-AC15-C0CB26F34488}" dt="2026-01-11T13:35:38.725" v="260" actId="14100"/>
          <ac:graphicFrameMkLst>
            <pc:docMk/>
            <pc:sldMk cId="1904666757" sldId="258"/>
            <ac:graphicFrameMk id="3" creationId="{45FC2672-25E0-6DE0-9E7B-09FB216CA384}"/>
          </ac:graphicFrameMkLst>
        </pc:graphicFrameChg>
      </pc:sldChg>
      <pc:sldChg chg="addSp modSp mod">
        <pc:chgData name="Raj Kumar Bharti" userId="01f7c7edd6ccd627" providerId="LiveId" clId="{5EF2139D-7879-418F-AC15-C0CB26F34488}" dt="2026-01-11T13:32:44.657" v="239" actId="14100"/>
        <pc:sldMkLst>
          <pc:docMk/>
          <pc:sldMk cId="1794711918" sldId="259"/>
        </pc:sldMkLst>
        <pc:spChg chg="mod">
          <ac:chgData name="Raj Kumar Bharti" userId="01f7c7edd6ccd627" providerId="LiveId" clId="{5EF2139D-7879-418F-AC15-C0CB26F34488}" dt="2026-01-11T13:32:09.122" v="233" actId="14100"/>
          <ac:spMkLst>
            <pc:docMk/>
            <pc:sldMk cId="1794711918" sldId="259"/>
            <ac:spMk id="4" creationId="{8CD6AEA8-8C0F-7B4A-15AF-D0811C7D27DA}"/>
          </ac:spMkLst>
        </pc:spChg>
        <pc:graphicFrameChg chg="add mod">
          <ac:chgData name="Raj Kumar Bharti" userId="01f7c7edd6ccd627" providerId="LiveId" clId="{5EF2139D-7879-418F-AC15-C0CB26F34488}" dt="2026-01-11T13:32:44.657" v="239" actId="14100"/>
          <ac:graphicFrameMkLst>
            <pc:docMk/>
            <pc:sldMk cId="1794711918" sldId="259"/>
            <ac:graphicFrameMk id="3" creationId="{D039A24A-F752-096A-9B5F-CFB93FE40777}"/>
          </ac:graphicFrameMkLst>
        </pc:graphicFrameChg>
      </pc:sldChg>
      <pc:sldChg chg="addSp modSp mod">
        <pc:chgData name="Raj Kumar Bharti" userId="01f7c7edd6ccd627" providerId="LiveId" clId="{5EF2139D-7879-418F-AC15-C0CB26F34488}" dt="2026-01-11T13:34:09.034" v="256" actId="1076"/>
        <pc:sldMkLst>
          <pc:docMk/>
          <pc:sldMk cId="2474428555" sldId="260"/>
        </pc:sldMkLst>
        <pc:spChg chg="mod">
          <ac:chgData name="Raj Kumar Bharti" userId="01f7c7edd6ccd627" providerId="LiveId" clId="{5EF2139D-7879-418F-AC15-C0CB26F34488}" dt="2026-01-11T13:33:43.679" v="248" actId="14100"/>
          <ac:spMkLst>
            <pc:docMk/>
            <pc:sldMk cId="2474428555" sldId="260"/>
            <ac:spMk id="4" creationId="{D0B20E48-A53D-1338-8321-CC659BAA3405}"/>
          </ac:spMkLst>
        </pc:spChg>
        <pc:picChg chg="add mod">
          <ac:chgData name="Raj Kumar Bharti" userId="01f7c7edd6ccd627" providerId="LiveId" clId="{5EF2139D-7879-418F-AC15-C0CB26F34488}" dt="2026-01-11T13:34:09.034" v="256" actId="1076"/>
          <ac:picMkLst>
            <pc:docMk/>
            <pc:sldMk cId="2474428555" sldId="260"/>
            <ac:picMk id="5" creationId="{CC3DCCCA-5B27-2000-C624-B497DFA860A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AF8B0B-62A4-4774-B346-C989259E448F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67EF3-197B-4546-AA28-75F0B35077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801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67EF3-197B-4546-AA28-75F0B350772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188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925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70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839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39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327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11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923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157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86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413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555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224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197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1549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498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414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676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7DD916E-BFAF-47C6-9A69-E33126B0AEB6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31F96C4-5D3E-474E-97F0-3DDC2A9EB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506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4A4A9-0119-FFA5-59A0-05D594323A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Secure File Transfer Monitoring System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3CDD9-AFD4-248B-6D8E-5B2FD6C080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Automated Endpoint Security &amp; Integrity Verification</a:t>
            </a:r>
          </a:p>
          <a:p>
            <a:r>
              <a:rPr lang="en-IN" sz="1400" b="1" dirty="0"/>
              <a:t>Project ID:</a:t>
            </a:r>
            <a:r>
              <a:rPr lang="en-IN" sz="1400" dirty="0"/>
              <a:t> Intern Project 01</a:t>
            </a:r>
          </a:p>
          <a:p>
            <a:r>
              <a:rPr lang="en-IN" sz="1400" b="1" dirty="0"/>
              <a:t>Presented By:</a:t>
            </a:r>
            <a:r>
              <a:rPr lang="en-IN" sz="1400" dirty="0"/>
              <a:t> Raj Bharti</a:t>
            </a:r>
          </a:p>
          <a:p>
            <a:r>
              <a:rPr lang="en-IN" sz="1400" b="1" dirty="0"/>
              <a:t>Role:</a:t>
            </a:r>
            <a:r>
              <a:rPr lang="en-IN" sz="1400" dirty="0"/>
              <a:t> Cybersecurity Intern</a:t>
            </a:r>
          </a:p>
        </p:txBody>
      </p:sp>
    </p:spTree>
    <p:extLst>
      <p:ext uri="{BB962C8B-B14F-4D97-AF65-F5344CB8AC3E}">
        <p14:creationId xmlns:p14="http://schemas.microsoft.com/office/powerpoint/2010/main" val="2150118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953E-43BD-1500-761F-B76AEF7EB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Problem (Risk Context)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58BB8C-28BC-7EDF-74D0-15A6A8C03F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Headline: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Operational Risks &amp; Security Gaps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Bullet Points: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Exfiltration: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Sensitive files (e.g., "passwords", "budget") can be created or moved without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Insider Threats: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Organizations lack visibility into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modifying files or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changes occur.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Tampering: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Standard file systems do not detect if a file's content has been altered (Integrity failure).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 Failure: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Lack of audit trails violates standards like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 27001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NIST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262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F68CE-A7C9-6A17-1445-741927E45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6E0BCC-35C1-B9D6-D80B-6A6771DBB7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4655" y="2404186"/>
            <a:ext cx="10378911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Technical Implementation &amp;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Components: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Real-Time Listener: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Uses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watchdog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to catch file changes.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b="1" dirty="0"/>
              <a:t>2</a:t>
            </a:r>
            <a:r>
              <a:rPr lang="en-US" sz="1400" b="1" dirty="0"/>
              <a:t>. DLP Engine:</a:t>
            </a:r>
            <a:r>
              <a:rPr lang="en-US" sz="1400" dirty="0"/>
              <a:t> Scans for keywords like "secret".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200" b="1" dirty="0"/>
              <a:t>3</a:t>
            </a:r>
            <a:r>
              <a:rPr lang="en-US" sz="1400" b="1" dirty="0"/>
              <a:t>. Integrity Module:</a:t>
            </a:r>
            <a:r>
              <a:rPr lang="en-US" sz="1400" dirty="0"/>
              <a:t> Calculates SHA-256 hashes.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Listener: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watchdog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library to intercept OS-level file events instantly.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DLP Engine: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Scans filenames against a "Critical Keyword Watchlist" (e.g., 'secret', 'card').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Integrity Module: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SHA-256 Hash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every file to create a unique digital fingerprint.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Object 2">
            <a:hlinkClick r:id="" action="ppaction://ole?verb=0"/>
            <a:extLst>
              <a:ext uri="{FF2B5EF4-FFF2-40B4-BE49-F238E27FC236}">
                <a16:creationId xmlns:a16="http://schemas.microsoft.com/office/drawing/2014/main" id="{45FC2672-25E0-6DE0-9E7B-09FB216CA3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091218"/>
              </p:ext>
            </p:extLst>
          </p:nvPr>
        </p:nvGraphicFramePr>
        <p:xfrm>
          <a:off x="6096001" y="2469823"/>
          <a:ext cx="5021344" cy="3101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4572042" imgH="3429229" progId="PowerPoint.Show.12">
                  <p:embed/>
                </p:oleObj>
              </mc:Choice>
              <mc:Fallback>
                <p:oleObj name="Presentation" r:id="rId2" imgW="4572042" imgH="3429229" progId="PowerPoint.Show.12">
                  <p:embed/>
                  <p:pic>
                    <p:nvPicPr>
                      <p:cNvPr id="3" name="Object 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45FC2672-25E0-6DE0-9E7B-09FB216CA3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96001" y="2469823"/>
                        <a:ext cx="5021344" cy="3101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4666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2A84-28CD-2DF0-C76B-0FD284A7F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 &amp; Process 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D6AEA8-8C0F-7B4A-15AF-D0811C7D27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497397"/>
            <a:ext cx="884312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Automated Decision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 Description: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detects file event.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checks if file is "Sensitive" (DLP Check).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Sensitive: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Triggers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CRITICAL POLICY VIOLATION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alert.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Files: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Cryptographic hash is calculated and logged to the Audit Trail.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Object 2">
            <a:hlinkClick r:id="" action="ppaction://ole?verb=0"/>
            <a:extLst>
              <a:ext uri="{FF2B5EF4-FFF2-40B4-BE49-F238E27FC236}">
                <a16:creationId xmlns:a16="http://schemas.microsoft.com/office/drawing/2014/main" id="{D039A24A-F752-096A-9B5F-CFB93FE407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542593"/>
              </p:ext>
            </p:extLst>
          </p:nvPr>
        </p:nvGraphicFramePr>
        <p:xfrm>
          <a:off x="5995447" y="2430086"/>
          <a:ext cx="4374038" cy="3460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4572042" imgH="3429229" progId="PowerPoint.Show.12">
                  <p:embed/>
                </p:oleObj>
              </mc:Choice>
              <mc:Fallback>
                <p:oleObj name="Presentation" r:id="rId2" imgW="4572042" imgH="3429229" progId="PowerPoint.Show.12">
                  <p:embed/>
                  <p:pic>
                    <p:nvPicPr>
                      <p:cNvPr id="3" name="Object 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D039A24A-F752-096A-9B5F-CFB93FE40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95447" y="2430086"/>
                        <a:ext cx="4374038" cy="34602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471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6D239-6628-A1A6-7BAB-FF33B131C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Proof of Execution &amp; Impact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B20E48-A53D-1338-8321-CC659BAA34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78786"/>
            <a:ext cx="10530526" cy="420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Headline: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Evidence of Control Effectiveness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Action: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solidFill>
                <a:schemeClr val="tx1"/>
              </a:solidFill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solidFill>
                <a:schemeClr val="tx1"/>
              </a:solidFill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solidFill>
                <a:schemeClr val="tx1"/>
              </a:solidFill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Outcomes: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$\checkmark$ Detected: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Successfully flagged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secret_passwords.txt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as a violation.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$\checkmark$ Verified: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Generated immutable SHA-256 hashes to prove file integrity.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$\checkmark$ Audited: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Created a permanent forensic log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file_audit.log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for compliance review.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3DCCCA-5B27-2000-C624-B497DFA86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06" y="3135049"/>
            <a:ext cx="9524713" cy="189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4285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32</TotalTime>
  <Words>335</Words>
  <Application>Microsoft Office PowerPoint</Application>
  <PresentationFormat>Widescreen</PresentationFormat>
  <Paragraphs>59</Paragraphs>
  <Slides>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Arial</vt:lpstr>
      <vt:lpstr>Arial Unicode MS</vt:lpstr>
      <vt:lpstr>Century Gothic</vt:lpstr>
      <vt:lpstr>Google Sans Text</vt:lpstr>
      <vt:lpstr>Wingdings 3</vt:lpstr>
      <vt:lpstr>Ion Boardroom</vt:lpstr>
      <vt:lpstr>Microsoft PowerPoint Presentation</vt:lpstr>
      <vt:lpstr>Secure File Transfer Monitoring System</vt:lpstr>
      <vt:lpstr>The Problem (Risk Context)</vt:lpstr>
      <vt:lpstr>System Architecture</vt:lpstr>
      <vt:lpstr>Logic &amp; Process Flow</vt:lpstr>
      <vt:lpstr>Proof of Execution &amp;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Kumar Bharti</dc:creator>
  <cp:lastModifiedBy>Raj Kumar Bharti</cp:lastModifiedBy>
  <cp:revision>1</cp:revision>
  <dcterms:created xsi:type="dcterms:W3CDTF">2026-01-11T13:00:38Z</dcterms:created>
  <dcterms:modified xsi:type="dcterms:W3CDTF">2026-01-11T13:35:39Z</dcterms:modified>
</cp:coreProperties>
</file>