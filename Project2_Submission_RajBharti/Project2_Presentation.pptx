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300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646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50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79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24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63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73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054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687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40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177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446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396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466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520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122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81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B0A46CE-57F5-45D7-940F-020FAD382406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62F6224-082F-44E2-B5AC-9554770800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54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83BF-CCA5-C4A2-6EA0-598D7C30C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2: USB Device Control &amp; Monitoring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96455-B0CE-2792-D11A-A442F57DC9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Automated Endpoint Security Implementation</a:t>
            </a:r>
          </a:p>
          <a:p>
            <a:r>
              <a:rPr lang="en-IN" dirty="0"/>
              <a:t>Created by: Raj Bharti</a:t>
            </a:r>
          </a:p>
        </p:txBody>
      </p:sp>
    </p:spTree>
    <p:extLst>
      <p:ext uri="{BB962C8B-B14F-4D97-AF65-F5344CB8AC3E}">
        <p14:creationId xmlns:p14="http://schemas.microsoft.com/office/powerpoint/2010/main" val="245575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871A-AC28-5BAB-8282-F517EE337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0D95F-1968-0ACF-5467-4A289FA35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Content:</a:t>
            </a:r>
            <a:endParaRPr lang="en-US" dirty="0"/>
          </a:p>
          <a:p>
            <a:r>
              <a:rPr lang="en-US" b="1" dirty="0"/>
              <a:t>The Problem:</a:t>
            </a:r>
            <a:r>
              <a:rPr lang="en-US" dirty="0"/>
              <a:t> Unauthorized USB storage devices pose a significant security risk to organizations (Data Exfiltration &amp; Malware Introduction).</a:t>
            </a:r>
          </a:p>
          <a:p>
            <a:r>
              <a:rPr lang="en-US" b="1" dirty="0"/>
              <a:t>The Goal:</a:t>
            </a:r>
            <a:r>
              <a:rPr lang="en-US" dirty="0"/>
              <a:t> Develop a host-based security control that automatically detects and restricts unknown USB peripherals.</a:t>
            </a:r>
          </a:p>
          <a:p>
            <a:r>
              <a:rPr lang="en-US" b="1" dirty="0"/>
              <a:t>The Solution:</a:t>
            </a:r>
            <a:r>
              <a:rPr lang="en-US" dirty="0"/>
              <a:t> A Python-based "USB Firewall" that interacts with the Linux Kernel to enforce a strict whitelist policy.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601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B184-8BA8-F8B7-1FFA-909E9370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C4428-FC74-11E3-C18C-168FC9EF6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Action:</a:t>
            </a:r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The system intercepts kernel signals via the </a:t>
            </a:r>
            <a:r>
              <a:rPr lang="en-US" i="1" dirty="0" err="1"/>
              <a:t>Netlink</a:t>
            </a:r>
            <a:r>
              <a:rPr lang="en-US" i="1" dirty="0"/>
              <a:t> socket to control port power.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59FC70-98F4-2682-B718-C571CEBCC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635" y="2337846"/>
            <a:ext cx="5250730" cy="309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6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F1A2-6347-1292-E3B8-CAD1CFE6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Detection &amp; Blocking Logic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97C93F-1A71-1079-114B-3BABFC9D897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34505" y="2777667"/>
            <a:ext cx="591892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“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pyudev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library to listen 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events in real-time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Extracts the unique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Serial Number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compares it against a secure “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USB_WHITELIST</a:t>
            </a:r>
            <a:r>
              <a:rPr lang="en-US" altLang="en-US" sz="1600" dirty="0">
                <a:latin typeface="Arial Unicode MS"/>
              </a:rPr>
              <a:t>”.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Enforcement: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Event is logged; device is allowed.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Untrusted: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 writes </a:t>
            </a:r>
            <a:r>
              <a:rPr lang="en-US" altLang="en-US" sz="1600" dirty="0">
                <a:latin typeface="Arial" panose="020B0604020202020204" pitchFamily="34" charset="0"/>
              </a:rPr>
              <a:t>“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kernel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authorized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file, physically disabling the 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E6C840D-A196-B721-F4A9-DC521E21AC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75895" y="2460539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3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A322-094C-99F7-F7BC-660AC6DED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Proof of Concept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9AC90-2BB3-1738-C9F3-6A3C82F95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954540"/>
            <a:ext cx="5157787" cy="1571084"/>
          </a:xfrm>
        </p:spPr>
        <p:txBody>
          <a:bodyPr>
            <a:normAutofit/>
          </a:bodyPr>
          <a:lstStyle/>
          <a:p>
            <a:r>
              <a:rPr lang="en-IN" dirty="0"/>
              <a:t>Scenario A: Untrusted Device</a:t>
            </a:r>
          </a:p>
          <a:p>
            <a:r>
              <a:rPr lang="en-US" sz="1600" b="0" dirty="0"/>
              <a:t>System successfully disables the port upon detection.</a:t>
            </a:r>
            <a:endParaRPr lang="en-IN" sz="1600" b="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472B6F-4B1B-9AD3-C464-D5413F1718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98" y="4001131"/>
            <a:ext cx="4824413" cy="119729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78AC3E-8402-3B13-5E6A-FDA78DE75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2"/>
            <a:ext cx="5183188" cy="1571083"/>
          </a:xfrm>
        </p:spPr>
        <p:txBody>
          <a:bodyPr>
            <a:normAutofit/>
          </a:bodyPr>
          <a:lstStyle/>
          <a:p>
            <a:r>
              <a:rPr lang="en-IN" dirty="0"/>
              <a:t>Scenario B: Whitelisted Device</a:t>
            </a:r>
          </a:p>
          <a:p>
            <a:r>
              <a:rPr lang="en-US" sz="1600" b="0" dirty="0"/>
              <a:t>Known device (Serial ...8TO) is permitted access.</a:t>
            </a:r>
            <a:endParaRPr lang="en-IN" sz="1600" b="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D1B1687-2222-BB83-6B09-A9F2D16582D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4001131"/>
            <a:ext cx="4979989" cy="1197299"/>
          </a:xfrm>
        </p:spPr>
      </p:pic>
    </p:spTree>
    <p:extLst>
      <p:ext uri="{BB962C8B-B14F-4D97-AF65-F5344CB8AC3E}">
        <p14:creationId xmlns:p14="http://schemas.microsoft.com/office/powerpoint/2010/main" val="1007415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51139-9320-E06D-E4C2-3D9670B812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Conclusion &amp; 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48786-F2EE-1B2C-C487-35ECDEB55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pPr algn="l"/>
            <a:r>
              <a:rPr lang="en-US" sz="2100" b="1" dirty="0"/>
              <a:t>Outcome:</a:t>
            </a:r>
            <a:r>
              <a:rPr lang="en-US" dirty="0"/>
              <a:t> </a:t>
            </a:r>
            <a:r>
              <a:rPr lang="en-US" sz="2100" dirty="0"/>
              <a:t>Successfully implemented a functioning USB Firewall on Kali Linux.</a:t>
            </a:r>
          </a:p>
          <a:p>
            <a:pPr algn="l"/>
            <a:r>
              <a:rPr lang="en-US" sz="2100" b="1" dirty="0"/>
              <a:t>Key Feature: </a:t>
            </a:r>
            <a:r>
              <a:rPr lang="en-US" sz="2000" dirty="0"/>
              <a:t>Granular control based on hardware serial numbers, not just device types.</a:t>
            </a:r>
            <a:r>
              <a:rPr lang="en-US" sz="2100" b="1" dirty="0"/>
              <a:t> </a:t>
            </a:r>
          </a:p>
          <a:p>
            <a:pPr algn="l"/>
            <a:r>
              <a:rPr lang="en-US" sz="2100" b="1" dirty="0"/>
              <a:t>Impact:</a:t>
            </a:r>
            <a:r>
              <a:rPr lang="en-US" dirty="0"/>
              <a:t> </a:t>
            </a:r>
            <a:r>
              <a:rPr lang="en-US" sz="2100" dirty="0"/>
              <a:t>Mitigates "</a:t>
            </a:r>
            <a:r>
              <a:rPr lang="en-US" sz="2100" dirty="0" err="1"/>
              <a:t>BadUSB</a:t>
            </a:r>
            <a:r>
              <a:rPr lang="en-US" sz="2100" dirty="0"/>
              <a:t>" attacks and prevents unauthorized data transfer.</a:t>
            </a:r>
          </a:p>
          <a:p>
            <a:pPr algn="l"/>
            <a:r>
              <a:rPr lang="en-US" sz="2100" b="1" dirty="0"/>
              <a:t>Future Work:</a:t>
            </a:r>
            <a:r>
              <a:rPr lang="en-US" sz="2100" dirty="0"/>
              <a:t> Enhance system to send alerts to a centralized SIEM dashboard.</a:t>
            </a:r>
          </a:p>
        </p:txBody>
      </p:sp>
    </p:spTree>
    <p:extLst>
      <p:ext uri="{BB962C8B-B14F-4D97-AF65-F5344CB8AC3E}">
        <p14:creationId xmlns:p14="http://schemas.microsoft.com/office/powerpoint/2010/main" val="798236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</TotalTime>
  <Words>260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Unicode MS</vt:lpstr>
      <vt:lpstr>Century Gothic</vt:lpstr>
      <vt:lpstr>Wingdings 3</vt:lpstr>
      <vt:lpstr>Ion Boardroom</vt:lpstr>
      <vt:lpstr>Project 2: USB Device Control &amp; Monitoring System</vt:lpstr>
      <vt:lpstr>Objective &amp; Problem Statement</vt:lpstr>
      <vt:lpstr>Technical Architecture</vt:lpstr>
      <vt:lpstr>Detection &amp; Blocking Logic</vt:lpstr>
      <vt:lpstr>Proof of Concept</vt:lpstr>
      <vt:lpstr>Conclusion &amp;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Bharti</dc:creator>
  <cp:lastModifiedBy>Raj Kumar Bharti</cp:lastModifiedBy>
  <cp:revision>1</cp:revision>
  <dcterms:created xsi:type="dcterms:W3CDTF">2026-01-12T08:43:18Z</dcterms:created>
  <dcterms:modified xsi:type="dcterms:W3CDTF">2026-01-12T09:15:08Z</dcterms:modified>
</cp:coreProperties>
</file>