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22746C-C190-4665-BA91-085ED4832A42}" v="3" dt="2026-01-12T11:55:18.2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972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j Kumar Bharti" userId="01f7c7edd6ccd627" providerId="LiveId" clId="{5EF2139D-7879-418F-AC15-C0CB26F34488}"/>
    <pc:docChg chg="undo custSel modSld">
      <pc:chgData name="Raj Kumar Bharti" userId="01f7c7edd6ccd627" providerId="LiveId" clId="{5EF2139D-7879-418F-AC15-C0CB26F34488}" dt="2026-01-12T11:55:56.180" v="166" actId="1076"/>
      <pc:docMkLst>
        <pc:docMk/>
      </pc:docMkLst>
      <pc:sldChg chg="modSp mod">
        <pc:chgData name="Raj Kumar Bharti" userId="01f7c7edd6ccd627" providerId="LiveId" clId="{5EF2139D-7879-418F-AC15-C0CB26F34488}" dt="2026-01-12T11:55:18.273" v="157" actId="27636"/>
        <pc:sldMkLst>
          <pc:docMk/>
          <pc:sldMk cId="0" sldId="256"/>
        </pc:sldMkLst>
        <pc:spChg chg="mod">
          <ac:chgData name="Raj Kumar Bharti" userId="01f7c7edd6ccd627" providerId="LiveId" clId="{5EF2139D-7879-418F-AC15-C0CB26F34488}" dt="2026-01-12T11:55:18.207" v="156"/>
          <ac:spMkLst>
            <pc:docMk/>
            <pc:sldMk cId="0" sldId="256"/>
            <ac:spMk id="2" creationId="{00000000-0000-0000-0000-000000000000}"/>
          </ac:spMkLst>
        </pc:spChg>
        <pc:spChg chg="mod">
          <ac:chgData name="Raj Kumar Bharti" userId="01f7c7edd6ccd627" providerId="LiveId" clId="{5EF2139D-7879-418F-AC15-C0CB26F34488}" dt="2026-01-12T11:55:18.273" v="157" actId="27636"/>
          <ac:spMkLst>
            <pc:docMk/>
            <pc:sldMk cId="0" sldId="256"/>
            <ac:spMk id="3" creationId="{00000000-0000-0000-0000-000000000000}"/>
          </ac:spMkLst>
        </pc:spChg>
      </pc:sldChg>
      <pc:sldChg chg="modSp">
        <pc:chgData name="Raj Kumar Bharti" userId="01f7c7edd6ccd627" providerId="LiveId" clId="{5EF2139D-7879-418F-AC15-C0CB26F34488}" dt="2026-01-12T11:55:18.207" v="156"/>
        <pc:sldMkLst>
          <pc:docMk/>
          <pc:sldMk cId="0" sldId="257"/>
        </pc:sldMkLst>
        <pc:spChg chg="mod">
          <ac:chgData name="Raj Kumar Bharti" userId="01f7c7edd6ccd627" providerId="LiveId" clId="{5EF2139D-7879-418F-AC15-C0CB26F34488}" dt="2026-01-12T11:55:18.207" v="156"/>
          <ac:spMkLst>
            <pc:docMk/>
            <pc:sldMk cId="0" sldId="257"/>
            <ac:spMk id="2" creationId="{00000000-0000-0000-0000-000000000000}"/>
          </ac:spMkLst>
        </pc:spChg>
        <pc:spChg chg="mod">
          <ac:chgData name="Raj Kumar Bharti" userId="01f7c7edd6ccd627" providerId="LiveId" clId="{5EF2139D-7879-418F-AC15-C0CB26F34488}" dt="2026-01-12T11:55:18.207" v="156"/>
          <ac:spMkLst>
            <pc:docMk/>
            <pc:sldMk cId="0" sldId="257"/>
            <ac:spMk id="3" creationId="{00000000-0000-0000-0000-000000000000}"/>
          </ac:spMkLst>
        </pc:spChg>
      </pc:sldChg>
      <pc:sldChg chg="modSp">
        <pc:chgData name="Raj Kumar Bharti" userId="01f7c7edd6ccd627" providerId="LiveId" clId="{5EF2139D-7879-418F-AC15-C0CB26F34488}" dt="2026-01-12T11:55:18.207" v="156"/>
        <pc:sldMkLst>
          <pc:docMk/>
          <pc:sldMk cId="0" sldId="258"/>
        </pc:sldMkLst>
        <pc:spChg chg="mod">
          <ac:chgData name="Raj Kumar Bharti" userId="01f7c7edd6ccd627" providerId="LiveId" clId="{5EF2139D-7879-418F-AC15-C0CB26F34488}" dt="2026-01-12T11:55:18.207" v="156"/>
          <ac:spMkLst>
            <pc:docMk/>
            <pc:sldMk cId="0" sldId="258"/>
            <ac:spMk id="2" creationId="{00000000-0000-0000-0000-000000000000}"/>
          </ac:spMkLst>
        </pc:spChg>
        <pc:spChg chg="mod">
          <ac:chgData name="Raj Kumar Bharti" userId="01f7c7edd6ccd627" providerId="LiveId" clId="{5EF2139D-7879-418F-AC15-C0CB26F34488}" dt="2026-01-12T11:55:18.207" v="156"/>
          <ac:spMkLst>
            <pc:docMk/>
            <pc:sldMk cId="0" sldId="258"/>
            <ac:spMk id="3" creationId="{00000000-0000-0000-0000-000000000000}"/>
          </ac:spMkLst>
        </pc:spChg>
      </pc:sldChg>
      <pc:sldChg chg="addSp modSp mod">
        <pc:chgData name="Raj Kumar Bharti" userId="01f7c7edd6ccd627" providerId="LiveId" clId="{5EF2139D-7879-418F-AC15-C0CB26F34488}" dt="2026-01-12T11:55:32.227" v="161" actId="1076"/>
        <pc:sldMkLst>
          <pc:docMk/>
          <pc:sldMk cId="0" sldId="259"/>
        </pc:sldMkLst>
        <pc:spChg chg="mod">
          <ac:chgData name="Raj Kumar Bharti" userId="01f7c7edd6ccd627" providerId="LiveId" clId="{5EF2139D-7879-418F-AC15-C0CB26F34488}" dt="2026-01-12T11:55:18.207" v="156"/>
          <ac:spMkLst>
            <pc:docMk/>
            <pc:sldMk cId="0" sldId="259"/>
            <ac:spMk id="2" creationId="{00000000-0000-0000-0000-000000000000}"/>
          </ac:spMkLst>
        </pc:spChg>
        <pc:spChg chg="mod">
          <ac:chgData name="Raj Kumar Bharti" userId="01f7c7edd6ccd627" providerId="LiveId" clId="{5EF2139D-7879-418F-AC15-C0CB26F34488}" dt="2026-01-12T11:55:18.207" v="156"/>
          <ac:spMkLst>
            <pc:docMk/>
            <pc:sldMk cId="0" sldId="259"/>
            <ac:spMk id="3" creationId="{00000000-0000-0000-0000-000000000000}"/>
          </ac:spMkLst>
        </pc:spChg>
        <pc:picChg chg="add mod">
          <ac:chgData name="Raj Kumar Bharti" userId="01f7c7edd6ccd627" providerId="LiveId" clId="{5EF2139D-7879-418F-AC15-C0CB26F34488}" dt="2026-01-12T11:55:28.267" v="160" actId="1076"/>
          <ac:picMkLst>
            <pc:docMk/>
            <pc:sldMk cId="0" sldId="259"/>
            <ac:picMk id="5" creationId="{7C918FC3-A4C4-A6C6-4D40-041EADF951B3}"/>
          </ac:picMkLst>
        </pc:picChg>
        <pc:picChg chg="add mod">
          <ac:chgData name="Raj Kumar Bharti" userId="01f7c7edd6ccd627" providerId="LiveId" clId="{5EF2139D-7879-418F-AC15-C0CB26F34488}" dt="2026-01-12T11:55:32.227" v="161" actId="1076"/>
          <ac:picMkLst>
            <pc:docMk/>
            <pc:sldMk cId="0" sldId="259"/>
            <ac:picMk id="7" creationId="{9D1375A3-7D4C-241D-7413-37C8C1E3555A}"/>
          </ac:picMkLst>
        </pc:picChg>
      </pc:sldChg>
      <pc:sldChg chg="addSp modSp mod">
        <pc:chgData name="Raj Kumar Bharti" userId="01f7c7edd6ccd627" providerId="LiveId" clId="{5EF2139D-7879-418F-AC15-C0CB26F34488}" dt="2026-01-12T11:55:56.180" v="166" actId="1076"/>
        <pc:sldMkLst>
          <pc:docMk/>
          <pc:sldMk cId="0" sldId="260"/>
        </pc:sldMkLst>
        <pc:spChg chg="mod">
          <ac:chgData name="Raj Kumar Bharti" userId="01f7c7edd6ccd627" providerId="LiveId" clId="{5EF2139D-7879-418F-AC15-C0CB26F34488}" dt="2026-01-12T11:55:18.207" v="156"/>
          <ac:spMkLst>
            <pc:docMk/>
            <pc:sldMk cId="0" sldId="260"/>
            <ac:spMk id="2" creationId="{00000000-0000-0000-0000-000000000000}"/>
          </ac:spMkLst>
        </pc:spChg>
        <pc:spChg chg="mod">
          <ac:chgData name="Raj Kumar Bharti" userId="01f7c7edd6ccd627" providerId="LiveId" clId="{5EF2139D-7879-418F-AC15-C0CB26F34488}" dt="2026-01-12T11:55:48.249" v="165" actId="27636"/>
          <ac:spMkLst>
            <pc:docMk/>
            <pc:sldMk cId="0" sldId="260"/>
            <ac:spMk id="3" creationId="{00000000-0000-0000-0000-000000000000}"/>
          </ac:spMkLst>
        </pc:spChg>
        <pc:picChg chg="add mod">
          <ac:chgData name="Raj Kumar Bharti" userId="01f7c7edd6ccd627" providerId="LiveId" clId="{5EF2139D-7879-418F-AC15-C0CB26F34488}" dt="2026-01-12T11:55:43.705" v="162" actId="1076"/>
          <ac:picMkLst>
            <pc:docMk/>
            <pc:sldMk cId="0" sldId="260"/>
            <ac:picMk id="5" creationId="{3861FA85-8021-5737-A8CC-CFB1169600F7}"/>
          </ac:picMkLst>
        </pc:picChg>
        <pc:picChg chg="add mod">
          <ac:chgData name="Raj Kumar Bharti" userId="01f7c7edd6ccd627" providerId="LiveId" clId="{5EF2139D-7879-418F-AC15-C0CB26F34488}" dt="2026-01-12T11:55:56.180" v="166" actId="1076"/>
          <ac:picMkLst>
            <pc:docMk/>
            <pc:sldMk cId="0" sldId="260"/>
            <ac:picMk id="7" creationId="{9F58E865-C4A9-81AD-64A7-31604D124609}"/>
          </ac:picMkLst>
        </pc:picChg>
      </pc:sldChg>
      <pc:sldChg chg="modSp mod">
        <pc:chgData name="Raj Kumar Bharti" userId="01f7c7edd6ccd627" providerId="LiveId" clId="{5EF2139D-7879-418F-AC15-C0CB26F34488}" dt="2026-01-12T11:55:18.310" v="159" actId="27636"/>
        <pc:sldMkLst>
          <pc:docMk/>
          <pc:sldMk cId="0" sldId="261"/>
        </pc:sldMkLst>
        <pc:spChg chg="mod">
          <ac:chgData name="Raj Kumar Bharti" userId="01f7c7edd6ccd627" providerId="LiveId" clId="{5EF2139D-7879-418F-AC15-C0CB26F34488}" dt="2026-01-12T11:55:18.207" v="156"/>
          <ac:spMkLst>
            <pc:docMk/>
            <pc:sldMk cId="0" sldId="261"/>
            <ac:spMk id="2" creationId="{00000000-0000-0000-0000-000000000000}"/>
          </ac:spMkLst>
        </pc:spChg>
        <pc:spChg chg="mod">
          <ac:chgData name="Raj Kumar Bharti" userId="01f7c7edd6ccd627" providerId="LiveId" clId="{5EF2139D-7879-418F-AC15-C0CB26F34488}" dt="2026-01-12T11:55:18.310" v="159" actId="27636"/>
          <ac:spMkLst>
            <pc:docMk/>
            <pc:sldMk cId="0" sldId="261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8463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2319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82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796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4804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877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3300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8299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2840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16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7384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1814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9724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3094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4840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432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088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0325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Windows </a:t>
            </a:r>
            <a:r>
              <a:rPr dirty="0"/>
              <a:t>Registry </a:t>
            </a:r>
            <a:r>
              <a:rPr lang="en-IN" dirty="0"/>
              <a:t>Change </a:t>
            </a:r>
            <a:r>
              <a:rPr dirty="0"/>
              <a:t>Monitoring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sz="2000" dirty="0">
                <a:solidFill>
                  <a:schemeClr val="tx1"/>
                </a:solidFill>
              </a:rPr>
              <a:t>Host-Based Intrusion Detection (HIDS) for Persistence</a:t>
            </a:r>
          </a:p>
          <a:p>
            <a:r>
              <a:rPr sz="2000" dirty="0">
                <a:solidFill>
                  <a:schemeClr val="tx1"/>
                </a:solidFill>
              </a:rPr>
              <a:t>Created by: Raj Bharti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73D2"/>
                </a:solidFill>
              </a:defRPr>
            </a:pPr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Aft>
                <a:spcPts val="1000"/>
              </a:spcAft>
              <a:defRPr sz="2000"/>
            </a:pPr>
            <a:r>
              <a:t>Problem: Malware often hides in the Windows Registry (Auto-Start keys) to survive system reboots (Persistence).</a:t>
            </a:r>
          </a:p>
          <a:p>
            <a:pPr>
              <a:spcAft>
                <a:spcPts val="1000"/>
              </a:spcAft>
              <a:defRPr sz="2000"/>
            </a:pPr>
            <a:r>
              <a:t>Goal: Develop a monitoring tool to detect unauthorized changes to critical Registry keys.</a:t>
            </a:r>
          </a:p>
          <a:p>
            <a:pPr>
              <a:spcAft>
                <a:spcPts val="1000"/>
              </a:spcAft>
              <a:defRPr sz="2000"/>
            </a:pPr>
            <a:r>
              <a:t>Scope: Real-time monitoring of HKCU\...\CurrentVersion\Run keys using Python.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73D2"/>
                </a:solidFill>
              </a:defRPr>
            </a:pPr>
            <a:r>
              <a:t>Technical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Aft>
                <a:spcPts val="1000"/>
              </a:spcAft>
              <a:defRPr sz="2000"/>
            </a:pPr>
            <a:r>
              <a:t>Language: Python 3.x (using 'winreg' library).</a:t>
            </a:r>
          </a:p>
          <a:p>
            <a:pPr>
              <a:spcAft>
                <a:spcPts val="1000"/>
              </a:spcAft>
              <a:defRPr sz="2000"/>
            </a:pPr>
            <a:r>
              <a:t>Method: Integrity Checking (Baseline vs. Current State).</a:t>
            </a:r>
          </a:p>
          <a:p>
            <a:pPr>
              <a:spcAft>
                <a:spcPts val="1000"/>
              </a:spcAft>
              <a:defRPr sz="2000"/>
            </a:pPr>
            <a:r>
              <a:t>Key Function: Periodic polling (every 3s) to detect new values.</a:t>
            </a:r>
          </a:p>
          <a:p>
            <a:pPr>
              <a:spcAft>
                <a:spcPts val="1000"/>
              </a:spcAft>
              <a:defRPr sz="2000"/>
            </a:pPr>
            <a:r>
              <a:t>Output: Immediate console alerts and persistent logging.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73D2"/>
                </a:solidFill>
              </a:defRPr>
            </a:pPr>
            <a:r>
              <a:t>System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000" dirty="0"/>
              <a:t>1.                                                                         2.</a:t>
            </a:r>
            <a:endParaRPr sz="2000" dirty="0"/>
          </a:p>
          <a:p>
            <a:pPr>
              <a:spcAft>
                <a:spcPts val="1000"/>
              </a:spcAft>
              <a:defRPr sz="2000"/>
            </a:pPr>
            <a:endParaRPr lang="en-IN" dirty="0"/>
          </a:p>
          <a:p>
            <a:pPr>
              <a:spcAft>
                <a:spcPts val="1000"/>
              </a:spcAft>
              <a:defRPr sz="2000"/>
            </a:pPr>
            <a:endParaRPr lang="en-IN" dirty="0"/>
          </a:p>
          <a:p>
            <a:pPr>
              <a:spcAft>
                <a:spcPts val="1000"/>
              </a:spcAft>
              <a:defRPr sz="2000"/>
            </a:pPr>
            <a:endParaRPr lang="en-IN" dirty="0"/>
          </a:p>
          <a:p>
            <a:pPr>
              <a:spcAft>
                <a:spcPts val="1000"/>
              </a:spcAft>
              <a:defRPr sz="2000"/>
            </a:pPr>
            <a:endParaRPr lang="en-IN" dirty="0"/>
          </a:p>
          <a:p>
            <a:pPr>
              <a:spcAft>
                <a:spcPts val="1000"/>
              </a:spcAft>
              <a:defRPr sz="2000"/>
            </a:pPr>
            <a:endParaRPr dirty="0"/>
          </a:p>
          <a:p>
            <a:pPr>
              <a:spcAft>
                <a:spcPts val="1000"/>
              </a:spcAft>
              <a:defRPr sz="2000"/>
            </a:pP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918FC3-A4C4-A6C6-4D40-041EADF951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78608"/>
            <a:ext cx="3986784" cy="29900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D1375A3-7D4C-241D-7413-37C8C1E355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0018" y="2416620"/>
            <a:ext cx="3986784" cy="299008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73D2"/>
                </a:solidFill>
              </a:defRPr>
            </a:pPr>
            <a:r>
              <a:t>Proof of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dirty="0"/>
          </a:p>
          <a:p>
            <a:pPr>
              <a:spcAft>
                <a:spcPts val="1000"/>
              </a:spcAft>
              <a:defRPr sz="2000"/>
            </a:pPr>
            <a:r>
              <a:rPr dirty="0"/>
              <a:t>Scenario A: Establishing Baseline</a:t>
            </a:r>
          </a:p>
          <a:p>
            <a:pPr>
              <a:spcAft>
                <a:spcPts val="1000"/>
              </a:spcAft>
              <a:defRPr sz="2000"/>
            </a:pPr>
            <a:endParaRPr lang="en-IN" dirty="0"/>
          </a:p>
          <a:p>
            <a:pPr marL="0" indent="0">
              <a:spcAft>
                <a:spcPts val="1000"/>
              </a:spcAft>
              <a:buNone/>
              <a:defRPr sz="2000"/>
            </a:pPr>
            <a:endParaRPr lang="en-IN" dirty="0"/>
          </a:p>
          <a:p>
            <a:pPr marL="0" indent="0">
              <a:spcAft>
                <a:spcPts val="1000"/>
              </a:spcAft>
              <a:buNone/>
              <a:defRPr sz="2000"/>
            </a:pPr>
            <a:endParaRPr dirty="0"/>
          </a:p>
          <a:p>
            <a:pPr>
              <a:spcAft>
                <a:spcPts val="1000"/>
              </a:spcAft>
              <a:defRPr sz="2000"/>
            </a:pPr>
            <a:r>
              <a:rPr dirty="0"/>
              <a:t>Scenario B: Detecting 'TEST_MALWARE'</a:t>
            </a:r>
            <a:endParaRPr lang="en-IN" dirty="0"/>
          </a:p>
          <a:p>
            <a:pPr>
              <a:spcAft>
                <a:spcPts val="1000"/>
              </a:spcAft>
              <a:defRPr sz="2000"/>
            </a:pP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61FA85-8021-5737-A8CC-CFB1169600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9304" y="3267977"/>
            <a:ext cx="6254496" cy="156555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F58E865-C4A9-81AD-64A7-31604D1246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2956" y="5521270"/>
            <a:ext cx="5191850" cy="40963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73D2"/>
                </a:solidFill>
              </a:defRPr>
            </a:pPr>
            <a:r>
              <a:t>Conclusion &amp;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/>
          </a:p>
          <a:p>
            <a:pPr>
              <a:spcAft>
                <a:spcPts val="1000"/>
              </a:spcAft>
              <a:defRPr sz="2000"/>
            </a:pPr>
            <a:r>
              <a:t>Outcome: Successfully built a HIDS that detects Registry persistence.</a:t>
            </a:r>
          </a:p>
          <a:p>
            <a:pPr>
              <a:spcAft>
                <a:spcPts val="1000"/>
              </a:spcAft>
              <a:defRPr sz="2000"/>
            </a:pPr>
            <a:r>
              <a:t>Key Feature: Instant detection of unauthorized autostart programs.</a:t>
            </a:r>
          </a:p>
          <a:p>
            <a:pPr>
              <a:spcAft>
                <a:spcPts val="1000"/>
              </a:spcAft>
              <a:defRPr sz="2000"/>
            </a:pPr>
            <a:r>
              <a:t>Security Impact: Reduces 'Dwell Time' of malware by alerting admins immediately.</a:t>
            </a:r>
          </a:p>
          <a:p>
            <a:pPr>
              <a:spcAft>
                <a:spcPts val="1000"/>
              </a:spcAft>
              <a:defRPr sz="2000"/>
            </a:pPr>
            <a:r>
              <a:t>Future Improvements: Integrate with Windows Event Logs or email alerts.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12</TotalTime>
  <Words>189</Words>
  <Application>Microsoft Office PowerPoint</Application>
  <PresentationFormat>On-screen Show (4:3)</PresentationFormat>
  <Paragraphs>33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Century Gothic</vt:lpstr>
      <vt:lpstr>Wingdings 3</vt:lpstr>
      <vt:lpstr>Ion Boardroom</vt:lpstr>
      <vt:lpstr>Windows Registry Change Monitoring System</vt:lpstr>
      <vt:lpstr>Project Objective</vt:lpstr>
      <vt:lpstr>Technical Implementation</vt:lpstr>
      <vt:lpstr>System Design</vt:lpstr>
      <vt:lpstr>Proof of Concept</vt:lpstr>
      <vt:lpstr>Conclusion &amp; Impact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Raj Kumar Bharti</cp:lastModifiedBy>
  <cp:revision>1</cp:revision>
  <dcterms:created xsi:type="dcterms:W3CDTF">2013-01-27T09:14:16Z</dcterms:created>
  <dcterms:modified xsi:type="dcterms:W3CDTF">2026-01-12T11:55:56Z</dcterms:modified>
  <cp:category/>
</cp:coreProperties>
</file>