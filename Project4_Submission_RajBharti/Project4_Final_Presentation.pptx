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D48376-64C5-47B4-B612-4CD780498DBD}" v="10" dt="2026-01-12T14:30:27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7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Kumar Bharti" userId="01f7c7edd6ccd627" providerId="LiveId" clId="{5EF2139D-7879-418F-AC15-C0CB26F34488}"/>
    <pc:docChg chg="custSel modSld">
      <pc:chgData name="Raj Kumar Bharti" userId="01f7c7edd6ccd627" providerId="LiveId" clId="{5EF2139D-7879-418F-AC15-C0CB26F34488}" dt="2026-01-12T14:33:37.872" v="426" actId="1036"/>
      <pc:docMkLst>
        <pc:docMk/>
      </pc:docMkLst>
      <pc:sldChg chg="modSp mod">
        <pc:chgData name="Raj Kumar Bharti" userId="01f7c7edd6ccd627" providerId="LiveId" clId="{5EF2139D-7879-418F-AC15-C0CB26F34488}" dt="2026-01-12T14:32:02.045" v="395" actId="255"/>
        <pc:sldMkLst>
          <pc:docMk/>
          <pc:sldMk cId="0" sldId="256"/>
        </pc:sldMkLst>
        <pc:spChg chg="mod">
          <ac:chgData name="Raj Kumar Bharti" userId="01f7c7edd6ccd627" providerId="LiveId" clId="{5EF2139D-7879-418F-AC15-C0CB26F34488}" dt="2026-01-12T14:32:02.045" v="395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4:30:27.825" v="322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Raj Kumar Bharti" userId="01f7c7edd6ccd627" providerId="LiveId" clId="{5EF2139D-7879-418F-AC15-C0CB26F34488}" dt="2026-01-12T14:30:27.751" v="321"/>
        <pc:sldMkLst>
          <pc:docMk/>
          <pc:sldMk cId="0" sldId="257"/>
        </pc:sldMkLst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Raj Kumar Bharti" userId="01f7c7edd6ccd627" providerId="LiveId" clId="{5EF2139D-7879-418F-AC15-C0CB26F34488}" dt="2026-01-12T14:30:27.751" v="321"/>
        <pc:sldMkLst>
          <pc:docMk/>
          <pc:sldMk cId="0" sldId="258"/>
        </pc:sldMkLst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Raj Kumar Bharti" userId="01f7c7edd6ccd627" providerId="LiveId" clId="{5EF2139D-7879-418F-AC15-C0CB26F34488}" dt="2026-01-12T14:30:27.751" v="321"/>
        <pc:sldMkLst>
          <pc:docMk/>
          <pc:sldMk cId="0" sldId="259"/>
        </pc:sldMkLst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Raj Kumar Bharti" userId="01f7c7edd6ccd627" providerId="LiveId" clId="{5EF2139D-7879-418F-AC15-C0CB26F34488}" dt="2026-01-12T14:20:42.161" v="201" actId="1076"/>
          <ac:picMkLst>
            <pc:docMk/>
            <pc:sldMk cId="0" sldId="259"/>
            <ac:picMk id="5" creationId="{627C38F5-1B97-2A06-81EA-28126C47E994}"/>
          </ac:picMkLst>
        </pc:picChg>
        <pc:picChg chg="add del mod">
          <ac:chgData name="Raj Kumar Bharti" userId="01f7c7edd6ccd627" providerId="LiveId" clId="{5EF2139D-7879-418F-AC15-C0CB26F34488}" dt="2026-01-12T14:19:43.510" v="118" actId="478"/>
          <ac:picMkLst>
            <pc:docMk/>
            <pc:sldMk cId="0" sldId="259"/>
            <ac:picMk id="7" creationId="{E873EA76-277D-5164-5F31-F6D3E0C26535}"/>
          </ac:picMkLst>
        </pc:picChg>
        <pc:picChg chg="add mod">
          <ac:chgData name="Raj Kumar Bharti" userId="01f7c7edd6ccd627" providerId="LiveId" clId="{5EF2139D-7879-418F-AC15-C0CB26F34488}" dt="2026-01-12T14:20:43.841" v="202" actId="1076"/>
          <ac:picMkLst>
            <pc:docMk/>
            <pc:sldMk cId="0" sldId="259"/>
            <ac:picMk id="9" creationId="{ABBE0344-B8B8-1C18-E487-390F89E08213}"/>
          </ac:picMkLst>
        </pc:picChg>
      </pc:sldChg>
      <pc:sldChg chg="addSp delSp modSp mod modClrScheme chgLayout">
        <pc:chgData name="Raj Kumar Bharti" userId="01f7c7edd6ccd627" providerId="LiveId" clId="{5EF2139D-7879-418F-AC15-C0CB26F34488}" dt="2026-01-12T14:33:37.872" v="426" actId="1036"/>
        <pc:sldMkLst>
          <pc:docMk/>
          <pc:sldMk cId="0" sldId="260"/>
        </pc:sldMkLst>
        <pc:spChg chg="mod ord">
          <ac:chgData name="Raj Kumar Bharti" userId="01f7c7edd6ccd627" providerId="LiveId" clId="{5EF2139D-7879-418F-AC15-C0CB26F34488}" dt="2026-01-12T14:30:27.751" v="321"/>
          <ac:spMkLst>
            <pc:docMk/>
            <pc:sldMk cId="0" sldId="260"/>
            <ac:spMk id="2" creationId="{00000000-0000-0000-0000-000000000000}"/>
          </ac:spMkLst>
        </pc:spChg>
        <pc:spChg chg="del mod ord">
          <ac:chgData name="Raj Kumar Bharti" userId="01f7c7edd6ccd627" providerId="LiveId" clId="{5EF2139D-7879-418F-AC15-C0CB26F34488}" dt="2026-01-12T14:28:05.514" v="293" actId="22"/>
          <ac:spMkLst>
            <pc:docMk/>
            <pc:sldMk cId="0" sldId="260"/>
            <ac:spMk id="3" creationId="{00000000-0000-0000-0000-000000000000}"/>
          </ac:spMkLst>
        </pc:spChg>
        <pc:spChg chg="add mod ord">
          <ac:chgData name="Raj Kumar Bharti" userId="01f7c7edd6ccd627" providerId="LiveId" clId="{5EF2139D-7879-418F-AC15-C0CB26F34488}" dt="2026-01-12T14:32:57.354" v="396" actId="1076"/>
          <ac:spMkLst>
            <pc:docMk/>
            <pc:sldMk cId="0" sldId="260"/>
            <ac:spMk id="8" creationId="{AF8F30E0-6C7B-B87C-F6F6-9293F1592BDB}"/>
          </ac:spMkLst>
        </pc:spChg>
        <pc:spChg chg="add mod ord">
          <ac:chgData name="Raj Kumar Bharti" userId="01f7c7edd6ccd627" providerId="LiveId" clId="{5EF2139D-7879-418F-AC15-C0CB26F34488}" dt="2026-01-12T14:33:37.872" v="426" actId="1036"/>
          <ac:spMkLst>
            <pc:docMk/>
            <pc:sldMk cId="0" sldId="260"/>
            <ac:spMk id="9" creationId="{F984652B-7975-4AA8-DB64-CB83C5917B41}"/>
          </ac:spMkLst>
        </pc:spChg>
        <pc:spChg chg="add del mod ord">
          <ac:chgData name="Raj Kumar Bharti" userId="01f7c7edd6ccd627" providerId="LiveId" clId="{5EF2139D-7879-418F-AC15-C0CB26F34488}" dt="2026-01-12T14:28:22.132" v="294"/>
          <ac:spMkLst>
            <pc:docMk/>
            <pc:sldMk cId="0" sldId="260"/>
            <ac:spMk id="10" creationId="{E5D02BA6-70DC-0AD4-9DA0-B750E179BA2A}"/>
          </ac:spMkLst>
        </pc:spChg>
        <pc:picChg chg="add del mod">
          <ac:chgData name="Raj Kumar Bharti" userId="01f7c7edd6ccd627" providerId="LiveId" clId="{5EF2139D-7879-418F-AC15-C0CB26F34488}" dt="2026-01-12T14:28:03.292" v="292" actId="478"/>
          <ac:picMkLst>
            <pc:docMk/>
            <pc:sldMk cId="0" sldId="260"/>
            <ac:picMk id="5" creationId="{B6E702BA-CAF0-864C-9C59-EDE499E86EEC}"/>
          </ac:picMkLst>
        </pc:picChg>
        <pc:picChg chg="add del mod">
          <ac:chgData name="Raj Kumar Bharti" userId="01f7c7edd6ccd627" providerId="LiveId" clId="{5EF2139D-7879-418F-AC15-C0CB26F34488}" dt="2026-01-12T14:27:02.762" v="217" actId="478"/>
          <ac:picMkLst>
            <pc:docMk/>
            <pc:sldMk cId="0" sldId="260"/>
            <ac:picMk id="7" creationId="{BADD5AE6-5F1C-2691-5069-BC0EED2E5B1F}"/>
          </ac:picMkLst>
        </pc:picChg>
        <pc:picChg chg="add mod ord">
          <ac:chgData name="Raj Kumar Bharti" userId="01f7c7edd6ccd627" providerId="LiveId" clId="{5EF2139D-7879-418F-AC15-C0CB26F34488}" dt="2026-01-12T14:31:17.664" v="383" actId="14100"/>
          <ac:picMkLst>
            <pc:docMk/>
            <pc:sldMk cId="0" sldId="260"/>
            <ac:picMk id="12" creationId="{D45FFE38-6AB8-3C80-D4E1-A9D725C7D893}"/>
          </ac:picMkLst>
        </pc:picChg>
        <pc:picChg chg="add mod">
          <ac:chgData name="Raj Kumar Bharti" userId="01f7c7edd6ccd627" providerId="LiveId" clId="{5EF2139D-7879-418F-AC15-C0CB26F34488}" dt="2026-01-12T14:33:30.693" v="419" actId="1036"/>
          <ac:picMkLst>
            <pc:docMk/>
            <pc:sldMk cId="0" sldId="260"/>
            <ac:picMk id="14" creationId="{A9375AF3-D2E7-5524-586C-D60744E0476F}"/>
          </ac:picMkLst>
        </pc:picChg>
        <pc:picChg chg="add mod">
          <ac:chgData name="Raj Kumar Bharti" userId="01f7c7edd6ccd627" providerId="LiveId" clId="{5EF2139D-7879-418F-AC15-C0CB26F34488}" dt="2026-01-12T14:33:27.003" v="408" actId="1036"/>
          <ac:picMkLst>
            <pc:docMk/>
            <pc:sldMk cId="0" sldId="260"/>
            <ac:picMk id="16" creationId="{94FC9CA6-2C2C-F115-41EC-415E474AAF94}"/>
          </ac:picMkLst>
        </pc:picChg>
      </pc:sldChg>
      <pc:sldChg chg="modSp mod">
        <pc:chgData name="Raj Kumar Bharti" userId="01f7c7edd6ccd627" providerId="LiveId" clId="{5EF2139D-7879-418F-AC15-C0CB26F34488}" dt="2026-01-12T14:30:27.751" v="321"/>
        <pc:sldMkLst>
          <pc:docMk/>
          <pc:sldMk cId="0" sldId="261"/>
        </pc:sldMkLst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61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4:30:27.751" v="321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31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4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9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9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32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2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9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9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9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7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4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79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7200" dirty="0"/>
              <a:t>Threat Intelligence Aggregator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dirty="0">
                <a:solidFill>
                  <a:schemeClr val="tx1"/>
                </a:solidFill>
              </a:rPr>
              <a:t>Automated IOC Collection &amp; Blocklist Generation</a:t>
            </a:r>
          </a:p>
          <a:p>
            <a:r>
              <a:rPr sz="2400" dirty="0">
                <a:solidFill>
                  <a:schemeClr val="tx1"/>
                </a:solidFill>
              </a:rPr>
              <a:t>Created by: Raj Bharti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Problem: Cyber threats evolve daily. Manual blocking of malicious IPs/URLs is too slow.</a:t>
            </a:r>
          </a:p>
          <a:p>
            <a:pPr>
              <a:spcAft>
                <a:spcPts val="1000"/>
              </a:spcAft>
              <a:defRPr sz="2000"/>
            </a:pPr>
            <a:r>
              <a:t>Goal: Build an automated tool to fetch Indicators of Compromise (IOCs) from public feeds.</a:t>
            </a:r>
          </a:p>
          <a:p>
            <a:pPr>
              <a:spcAft>
                <a:spcPts val="1000"/>
              </a:spcAft>
              <a:defRPr sz="2000"/>
            </a:pPr>
            <a:r>
              <a:t>Outcome: A standardized 'Blocklist' (CSV) ready for firewall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Language: Python 3.x</a:t>
            </a:r>
          </a:p>
          <a:p>
            <a:pPr>
              <a:spcAft>
                <a:spcPts val="1000"/>
              </a:spcAft>
              <a:defRPr sz="2000"/>
            </a:pPr>
            <a:r>
              <a:t>Libraries: 'requests' (HTTP fetching), 'csv' (Data formatting).</a:t>
            </a:r>
          </a:p>
          <a:p>
            <a:pPr>
              <a:spcAft>
                <a:spcPts val="1000"/>
              </a:spcAft>
              <a:defRPr sz="2000"/>
            </a:pPr>
            <a:r>
              <a:t>Source: URLHaus (Abuse.ch) - Real-time malware URL feed.</a:t>
            </a:r>
          </a:p>
          <a:p>
            <a:pPr>
              <a:spcAft>
                <a:spcPts val="1000"/>
              </a:spcAft>
              <a:defRPr sz="2000"/>
            </a:pPr>
            <a:r>
              <a:t>Logic: Connect -&gt; Fetch Data -&gt; Parse/Normalize -&gt; Export to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  <a:defRPr sz="2000"/>
            </a:pPr>
            <a:endParaRPr lang="en-IN" dirty="0"/>
          </a:p>
          <a:p>
            <a:pPr marL="0" indent="0">
              <a:spcAft>
                <a:spcPts val="1000"/>
              </a:spcAft>
              <a:buNone/>
              <a:defRPr sz="2000"/>
            </a:pPr>
            <a:r>
              <a:rPr lang="en-IN" dirty="0"/>
              <a:t>1.                                                                     2.</a:t>
            </a:r>
          </a:p>
          <a:p>
            <a:pPr marL="0" indent="0">
              <a:spcAft>
                <a:spcPts val="1000"/>
              </a:spcAft>
              <a:buNone/>
              <a:defRPr sz="2000"/>
            </a:pPr>
            <a:endParaRPr lang="en-IN" dirty="0"/>
          </a:p>
          <a:p>
            <a:pPr marL="0" indent="0">
              <a:spcAft>
                <a:spcPts val="1000"/>
              </a:spcAft>
              <a:buNone/>
              <a:defRPr sz="2000"/>
            </a:pPr>
            <a:endParaRPr lang="en-IN" dirty="0"/>
          </a:p>
          <a:p>
            <a:pPr marL="0" indent="0">
              <a:spcAft>
                <a:spcPts val="1000"/>
              </a:spcAft>
              <a:buNone/>
              <a:defRPr sz="2000"/>
            </a:pPr>
            <a:endParaRPr lang="en-IN" dirty="0"/>
          </a:p>
          <a:p>
            <a:pPr marL="0" indent="0">
              <a:spcAft>
                <a:spcPts val="1000"/>
              </a:spcAft>
              <a:buNone/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 marL="0" indent="0">
              <a:spcAft>
                <a:spcPts val="1000"/>
              </a:spcAft>
              <a:buNone/>
              <a:defRPr sz="2000"/>
            </a:pPr>
            <a:endParaRPr dirty="0"/>
          </a:p>
          <a:p>
            <a:pPr marL="0" indent="0">
              <a:spcAft>
                <a:spcPts val="1000"/>
              </a:spcAft>
              <a:buNone/>
              <a:defRPr sz="20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C38F5-1B97-2A06-81EA-28126C47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2468880"/>
            <a:ext cx="3962400" cy="297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BE0344-B8B8-1C18-E487-390F89E08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4" y="2468880"/>
            <a:ext cx="39624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Proof of Concept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8F30E0-6C7B-B87C-F6F6-9293F1592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35" y="2153911"/>
            <a:ext cx="3703320" cy="736282"/>
          </a:xfrm>
        </p:spPr>
        <p:txBody>
          <a:bodyPr>
            <a:normAutofit/>
          </a:bodyPr>
          <a:lstStyle/>
          <a:p>
            <a:r>
              <a:rPr lang="en-US" dirty="0"/>
              <a:t>Evidence A: Console Output (Successful Fetch)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45FFE38-6AB8-3C80-D4E1-A9D725C7D8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6635" y="3265726"/>
            <a:ext cx="4195765" cy="121491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84652B-7975-4AA8-DB64-CB83C5917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81602" y="1910060"/>
            <a:ext cx="3703320" cy="736282"/>
          </a:xfrm>
        </p:spPr>
        <p:txBody>
          <a:bodyPr>
            <a:normAutofit/>
          </a:bodyPr>
          <a:lstStyle/>
          <a:p>
            <a:r>
              <a:rPr lang="en-US" dirty="0"/>
              <a:t>Evidence B: Generated Blocklist (ioc_blocklist.csv)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9375AF3-D2E7-5524-586C-D60744E0476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81600" y="2592460"/>
            <a:ext cx="4041775" cy="2500748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FC9CA6-2C2C-F115-41EC-415E474AA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602" y="5112248"/>
            <a:ext cx="4041774" cy="974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Success: The tool successfully aggregates real-time threat data.</a:t>
            </a:r>
          </a:p>
          <a:p>
            <a:pPr>
              <a:spcAft>
                <a:spcPts val="1000"/>
              </a:spcAft>
              <a:defRPr sz="2000"/>
            </a:pPr>
            <a:r>
              <a:t>Defense Value: Enables 'Proactive Defense' by blocking threats before they connect.</a:t>
            </a:r>
          </a:p>
          <a:p>
            <a:pPr>
              <a:spcAft>
                <a:spcPts val="1000"/>
              </a:spcAft>
              <a:defRPr sz="2000"/>
            </a:pPr>
            <a:r>
              <a:t>Scalability: Can easily be expanded to include AlienVault OTX or other feeds.</a:t>
            </a:r>
          </a:p>
          <a:p>
            <a:pPr>
              <a:spcAft>
                <a:spcPts val="1000"/>
              </a:spcAft>
              <a:defRPr sz="2000"/>
            </a:pPr>
            <a:r>
              <a:t>Final Thought: Automation is the key to modern cybersecurity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200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Threat Intelligence Aggregator</vt:lpstr>
      <vt:lpstr>Project Objective</vt:lpstr>
      <vt:lpstr>Technical Implementation</vt:lpstr>
      <vt:lpstr>System Architecture</vt:lpstr>
      <vt:lpstr>Proof of Concept</vt:lpstr>
      <vt:lpstr>Conclusion &amp;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Kumar Bharti</cp:lastModifiedBy>
  <cp:revision>1</cp:revision>
  <dcterms:created xsi:type="dcterms:W3CDTF">2013-01-27T09:14:16Z</dcterms:created>
  <dcterms:modified xsi:type="dcterms:W3CDTF">2026-01-12T14:33:44Z</dcterms:modified>
  <cp:category/>
</cp:coreProperties>
</file>